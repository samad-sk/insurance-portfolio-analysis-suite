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4F7"/>
    <a:srgbClr val="ED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089877-2691-4066-A53D-8D9BCA54CA76}" v="5" dt="2026-02-16T07:34:10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h Samad" userId="3e0431a1bf750522" providerId="LiveId" clId="{5F0358DF-2A9E-43F1-A011-27806F156263}"/>
    <pc:docChg chg="undo custSel modSld">
      <pc:chgData name="Shaikh Samad" userId="3e0431a1bf750522" providerId="LiveId" clId="{5F0358DF-2A9E-43F1-A011-27806F156263}" dt="2026-02-16T07:36:07.797" v="51" actId="1076"/>
      <pc:docMkLst>
        <pc:docMk/>
      </pc:docMkLst>
      <pc:sldChg chg="addSp delSp modSp mod">
        <pc:chgData name="Shaikh Samad" userId="3e0431a1bf750522" providerId="LiveId" clId="{5F0358DF-2A9E-43F1-A011-27806F156263}" dt="2026-02-16T07:36:07.797" v="51" actId="1076"/>
        <pc:sldMkLst>
          <pc:docMk/>
          <pc:sldMk cId="2459348404" sldId="256"/>
        </pc:sldMkLst>
        <pc:spChg chg="mod">
          <ac:chgData name="Shaikh Samad" userId="3e0431a1bf750522" providerId="LiveId" clId="{5F0358DF-2A9E-43F1-A011-27806F156263}" dt="2026-02-16T07:31:07.796" v="9" actId="14100"/>
          <ac:spMkLst>
            <pc:docMk/>
            <pc:sldMk cId="2459348404" sldId="256"/>
            <ac:spMk id="4" creationId="{92315406-1B7A-5D32-9013-1AFC93054B00}"/>
          </ac:spMkLst>
        </pc:spChg>
        <pc:spChg chg="mod">
          <ac:chgData name="Shaikh Samad" userId="3e0431a1bf750522" providerId="LiveId" clId="{5F0358DF-2A9E-43F1-A011-27806F156263}" dt="2026-02-16T07:31:28.195" v="11"/>
          <ac:spMkLst>
            <pc:docMk/>
            <pc:sldMk cId="2459348404" sldId="256"/>
            <ac:spMk id="29" creationId="{CCC9CFA6-7431-4557-803F-58980986E165}"/>
          </ac:spMkLst>
        </pc:spChg>
        <pc:spChg chg="mod">
          <ac:chgData name="Shaikh Samad" userId="3e0431a1bf750522" providerId="LiveId" clId="{5F0358DF-2A9E-43F1-A011-27806F156263}" dt="2026-02-16T07:31:28.195" v="11"/>
          <ac:spMkLst>
            <pc:docMk/>
            <pc:sldMk cId="2459348404" sldId="256"/>
            <ac:spMk id="30" creationId="{78B849B9-9477-0D17-7635-48D0BCC500EA}"/>
          </ac:spMkLst>
        </pc:spChg>
        <pc:spChg chg="mod">
          <ac:chgData name="Shaikh Samad" userId="3e0431a1bf750522" providerId="LiveId" clId="{5F0358DF-2A9E-43F1-A011-27806F156263}" dt="2026-02-16T07:31:28.720" v="12"/>
          <ac:spMkLst>
            <pc:docMk/>
            <pc:sldMk cId="2459348404" sldId="256"/>
            <ac:spMk id="32" creationId="{F74A5EC6-BC71-B425-23B3-5DC09C160627}"/>
          </ac:spMkLst>
        </pc:spChg>
        <pc:spChg chg="mod">
          <ac:chgData name="Shaikh Samad" userId="3e0431a1bf750522" providerId="LiveId" clId="{5F0358DF-2A9E-43F1-A011-27806F156263}" dt="2026-02-16T07:31:28.720" v="12"/>
          <ac:spMkLst>
            <pc:docMk/>
            <pc:sldMk cId="2459348404" sldId="256"/>
            <ac:spMk id="33" creationId="{4A869549-1462-3373-F3FE-4D91CCBDA092}"/>
          </ac:spMkLst>
        </pc:spChg>
        <pc:spChg chg="mod">
          <ac:chgData name="Shaikh Samad" userId="3e0431a1bf750522" providerId="LiveId" clId="{5F0358DF-2A9E-43F1-A011-27806F156263}" dt="2026-02-16T07:31:29.234" v="13"/>
          <ac:spMkLst>
            <pc:docMk/>
            <pc:sldMk cId="2459348404" sldId="256"/>
            <ac:spMk id="35" creationId="{865A00BE-9219-D0CC-4611-2C2F828712D1}"/>
          </ac:spMkLst>
        </pc:spChg>
        <pc:spChg chg="mod">
          <ac:chgData name="Shaikh Samad" userId="3e0431a1bf750522" providerId="LiveId" clId="{5F0358DF-2A9E-43F1-A011-27806F156263}" dt="2026-02-16T07:31:29.234" v="13"/>
          <ac:spMkLst>
            <pc:docMk/>
            <pc:sldMk cId="2459348404" sldId="256"/>
            <ac:spMk id="36" creationId="{0E8712E1-0412-9A5B-2692-0FE70C0602F9}"/>
          </ac:spMkLst>
        </pc:spChg>
        <pc:spChg chg="mod">
          <ac:chgData name="Shaikh Samad" userId="3e0431a1bf750522" providerId="LiveId" clId="{5F0358DF-2A9E-43F1-A011-27806F156263}" dt="2026-02-16T07:34:09.942" v="39"/>
          <ac:spMkLst>
            <pc:docMk/>
            <pc:sldMk cId="2459348404" sldId="256"/>
            <ac:spMk id="38" creationId="{6A93E98D-2FB7-5C31-2B8D-48EBD0C8D658}"/>
          </ac:spMkLst>
        </pc:spChg>
        <pc:spChg chg="mod">
          <ac:chgData name="Shaikh Samad" userId="3e0431a1bf750522" providerId="LiveId" clId="{5F0358DF-2A9E-43F1-A011-27806F156263}" dt="2026-02-16T07:34:09.942" v="39"/>
          <ac:spMkLst>
            <pc:docMk/>
            <pc:sldMk cId="2459348404" sldId="256"/>
            <ac:spMk id="39" creationId="{C7488746-790F-EEA4-57EB-B4992194B1F3}"/>
          </ac:spMkLst>
        </pc:spChg>
        <pc:spChg chg="mod">
          <ac:chgData name="Shaikh Samad" userId="3e0431a1bf750522" providerId="LiveId" clId="{5F0358DF-2A9E-43F1-A011-27806F156263}" dt="2026-02-16T07:34:10.326" v="40"/>
          <ac:spMkLst>
            <pc:docMk/>
            <pc:sldMk cId="2459348404" sldId="256"/>
            <ac:spMk id="41" creationId="{81D10670-5FB5-BE31-E28E-999DF8170BBA}"/>
          </ac:spMkLst>
        </pc:spChg>
        <pc:spChg chg="mod">
          <ac:chgData name="Shaikh Samad" userId="3e0431a1bf750522" providerId="LiveId" clId="{5F0358DF-2A9E-43F1-A011-27806F156263}" dt="2026-02-16T07:34:35.347" v="44" actId="14100"/>
          <ac:spMkLst>
            <pc:docMk/>
            <pc:sldMk cId="2459348404" sldId="256"/>
            <ac:spMk id="42" creationId="{910122A1-B6DD-54A8-C16A-F76D4932B719}"/>
          </ac:spMkLst>
        </pc:spChg>
        <pc:grpChg chg="del">
          <ac:chgData name="Shaikh Samad" userId="3e0431a1bf750522" providerId="LiveId" clId="{5F0358DF-2A9E-43F1-A011-27806F156263}" dt="2026-02-16T07:29:59.094" v="1" actId="478"/>
          <ac:grpSpMkLst>
            <pc:docMk/>
            <pc:sldMk cId="2459348404" sldId="256"/>
            <ac:grpSpMk id="2" creationId="{A88F31AA-1445-C670-A9E2-CD55BA1F4068}"/>
          </ac:grpSpMkLst>
        </pc:grpChg>
        <pc:grpChg chg="mod">
          <ac:chgData name="Shaikh Samad" userId="3e0431a1bf750522" providerId="LiveId" clId="{5F0358DF-2A9E-43F1-A011-27806F156263}" dt="2026-02-16T07:33:48.636" v="38" actId="1076"/>
          <ac:grpSpMkLst>
            <pc:docMk/>
            <pc:sldMk cId="2459348404" sldId="256"/>
            <ac:grpSpMk id="7" creationId="{8834526E-A8DF-9A93-5734-D11FDC18849E}"/>
          </ac:grpSpMkLst>
        </pc:grpChg>
        <pc:grpChg chg="del">
          <ac:chgData name="Shaikh Samad" userId="3e0431a1bf750522" providerId="LiveId" clId="{5F0358DF-2A9E-43F1-A011-27806F156263}" dt="2026-02-16T07:30:03.136" v="5" actId="478"/>
          <ac:grpSpMkLst>
            <pc:docMk/>
            <pc:sldMk cId="2459348404" sldId="256"/>
            <ac:grpSpMk id="9" creationId="{DE579B7A-3667-E67E-1310-A7EA4E4F53D3}"/>
          </ac:grpSpMkLst>
        </pc:grpChg>
        <pc:grpChg chg="del">
          <ac:chgData name="Shaikh Samad" userId="3e0431a1bf750522" providerId="LiveId" clId="{5F0358DF-2A9E-43F1-A011-27806F156263}" dt="2026-02-16T07:30:02.294" v="4" actId="478"/>
          <ac:grpSpMkLst>
            <pc:docMk/>
            <pc:sldMk cId="2459348404" sldId="256"/>
            <ac:grpSpMk id="12" creationId="{AE6655B2-4F6E-40E3-0BC4-71EFA2BC1CB0}"/>
          </ac:grpSpMkLst>
        </pc:grpChg>
        <pc:grpChg chg="del">
          <ac:chgData name="Shaikh Samad" userId="3e0431a1bf750522" providerId="LiveId" clId="{5F0358DF-2A9E-43F1-A011-27806F156263}" dt="2026-02-16T07:30:04.561" v="6" actId="478"/>
          <ac:grpSpMkLst>
            <pc:docMk/>
            <pc:sldMk cId="2459348404" sldId="256"/>
            <ac:grpSpMk id="15" creationId="{476C330F-0AF7-1303-4934-EFAF697A5894}"/>
          </ac:grpSpMkLst>
        </pc:grpChg>
        <pc:grpChg chg="del">
          <ac:chgData name="Shaikh Samad" userId="3e0431a1bf750522" providerId="LiveId" clId="{5F0358DF-2A9E-43F1-A011-27806F156263}" dt="2026-02-16T07:29:59.683" v="2" actId="478"/>
          <ac:grpSpMkLst>
            <pc:docMk/>
            <pc:sldMk cId="2459348404" sldId="256"/>
            <ac:grpSpMk id="18" creationId="{D5CF391D-E2C6-83CA-C885-E3D9D65DA84D}"/>
          </ac:grpSpMkLst>
        </pc:grpChg>
        <pc:grpChg chg="del">
          <ac:chgData name="Shaikh Samad" userId="3e0431a1bf750522" providerId="LiveId" clId="{5F0358DF-2A9E-43F1-A011-27806F156263}" dt="2026-02-16T07:29:58.348" v="0" actId="478"/>
          <ac:grpSpMkLst>
            <pc:docMk/>
            <pc:sldMk cId="2459348404" sldId="256"/>
            <ac:grpSpMk id="21" creationId="{3AA245EF-2588-7644-024D-5CA111A93FFE}"/>
          </ac:grpSpMkLst>
        </pc:grpChg>
        <pc:grpChg chg="del">
          <ac:chgData name="Shaikh Samad" userId="3e0431a1bf750522" providerId="LiveId" clId="{5F0358DF-2A9E-43F1-A011-27806F156263}" dt="2026-02-16T07:30:00.143" v="3" actId="478"/>
          <ac:grpSpMkLst>
            <pc:docMk/>
            <pc:sldMk cId="2459348404" sldId="256"/>
            <ac:grpSpMk id="24" creationId="{5FFE216A-D128-6844-A494-34BD43DCAA37}"/>
          </ac:grpSpMkLst>
        </pc:grpChg>
        <pc:grpChg chg="add mod">
          <ac:chgData name="Shaikh Samad" userId="3e0431a1bf750522" providerId="LiveId" clId="{5F0358DF-2A9E-43F1-A011-27806F156263}" dt="2026-02-16T07:33:42.627" v="35" actId="1076"/>
          <ac:grpSpMkLst>
            <pc:docMk/>
            <pc:sldMk cId="2459348404" sldId="256"/>
            <ac:grpSpMk id="28" creationId="{D4156F2C-2D56-07DF-3C97-BA039F258CC9}"/>
          </ac:grpSpMkLst>
        </pc:grpChg>
        <pc:grpChg chg="add mod">
          <ac:chgData name="Shaikh Samad" userId="3e0431a1bf750522" providerId="LiveId" clId="{5F0358DF-2A9E-43F1-A011-27806F156263}" dt="2026-02-16T07:33:46.634" v="37" actId="1076"/>
          <ac:grpSpMkLst>
            <pc:docMk/>
            <pc:sldMk cId="2459348404" sldId="256"/>
            <ac:grpSpMk id="31" creationId="{9327FFFF-4B20-345F-D984-763B55537BEF}"/>
          </ac:grpSpMkLst>
        </pc:grpChg>
        <pc:grpChg chg="add mod">
          <ac:chgData name="Shaikh Samad" userId="3e0431a1bf750522" providerId="LiveId" clId="{5F0358DF-2A9E-43F1-A011-27806F156263}" dt="2026-02-16T07:33:44.948" v="36" actId="1076"/>
          <ac:grpSpMkLst>
            <pc:docMk/>
            <pc:sldMk cId="2459348404" sldId="256"/>
            <ac:grpSpMk id="34" creationId="{F8148F19-E326-F2FB-CBA2-D41CD0ACBC55}"/>
          </ac:grpSpMkLst>
        </pc:grpChg>
        <pc:grpChg chg="add mod">
          <ac:chgData name="Shaikh Samad" userId="3e0431a1bf750522" providerId="LiveId" clId="{5F0358DF-2A9E-43F1-A011-27806F156263}" dt="2026-02-16T07:35:51.253" v="50" actId="1076"/>
          <ac:grpSpMkLst>
            <pc:docMk/>
            <pc:sldMk cId="2459348404" sldId="256"/>
            <ac:grpSpMk id="37" creationId="{F06FF544-7DF4-3787-7EBE-8F565F34CBD8}"/>
          </ac:grpSpMkLst>
        </pc:grpChg>
        <pc:grpChg chg="add mod">
          <ac:chgData name="Shaikh Samad" userId="3e0431a1bf750522" providerId="LiveId" clId="{5F0358DF-2A9E-43F1-A011-27806F156263}" dt="2026-02-16T07:36:07.797" v="51" actId="1076"/>
          <ac:grpSpMkLst>
            <pc:docMk/>
            <pc:sldMk cId="2459348404" sldId="256"/>
            <ac:grpSpMk id="40" creationId="{C6BDF2B1-077E-07DB-AA17-42ECBBA655C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90C15-A85A-484C-8A4E-B1E2C2F20001}" type="datetimeFigureOut">
              <a:rPr lang="en-US" smtClean="0"/>
              <a:t>16-Feb-26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6A039-4E3F-4E95-829E-AA906450D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1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6A039-4E3F-4E95-829E-AA906450DD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6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C0574-CEE7-1BFE-49CF-FECF58F92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ABF77-9A7D-6EDA-18E6-005DE35A5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CB9EC-8B94-9BEF-A044-8EC8BFCB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DFCC8-0973-B9BB-3999-9A36572B8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18629-5620-C04A-70C7-9ACF4E30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42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0A7E-91D7-DFAC-CDCF-63BBF5AE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AC877-BF59-8293-83C5-73A68214D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4FB6B-0922-FAC2-9F95-79898280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E8305-531C-25FB-B226-D5E5DA9D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989B8-007F-8E39-DAB3-8D9142289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80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8B97-4DB1-B9A2-FACE-4E45BE544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6716-0F19-1CFB-4C3D-33B6A6371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87622-3EA0-E445-D2BC-B1C6EB080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8C154-BC85-C4B5-358D-A5883248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8CAC9-5FF2-7BF7-DBC9-7B8791B1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076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1432-C07F-5902-65FE-1A04566C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F2847-EDDB-A0FE-B621-5B64AA4C4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31169-F29C-F87C-D96C-8FAD70233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9CC42-0694-EBF4-8096-BCF7E3FA2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06D17-0469-0583-22F4-4603C134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61C02-68A0-BA16-9113-BED0849B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71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9EFE-3088-14F1-2C92-4AA1E35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65C30-6C4E-7B64-7D53-B35A1C377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84832-1433-AB0F-561B-3FC5509DB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99E1E-5EB9-E4FA-9795-31D974597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E36D8-09E2-6C73-A905-5FF49D85B7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E48EA-A284-71C8-15F8-639C6F97C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3AD8A-DD1C-B2CB-50FF-F34254DF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1399F-0EB8-EB90-3C26-C35A3A8C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751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6048-652D-9761-CBD8-20F3DD07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2F1B0-49FF-73C2-78B8-3973FEEB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34349-8C3D-4B09-639D-08800EDD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461C2-05AE-228A-059C-4881D0FF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7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85584-D5B0-1930-55F9-D2575724D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01E3C-2233-163E-0E17-199A2E695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3FE25-5D36-9173-A895-1217FA47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28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2544-C2D7-8B11-867C-5E523DFF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1AD8C-0A69-626F-4D63-2DC0DBA61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2259B-5A23-78B6-9E8B-525247F22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B57E0-1E8B-17DF-980F-FE386097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3D0C5-CCFD-8473-D687-AC85A294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56644-6DF1-1214-353A-BF2D4824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058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A9449-57EC-64BA-0E2E-8C4C88631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C79F9-A055-5786-8EF7-6FB6BF1A0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50642-1753-A79C-362B-B2F89CDA3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CB9B6-D0C1-2C14-F205-C14A13F8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A4719-F40C-B886-7662-C3C0A8F3E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301D9-92EB-E668-E8C3-1A6E2C58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14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3BD16-6BCE-1FD4-9182-39B2921E9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D1943-2E49-61CA-CF9E-BE3A49644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C6486-9D34-0FD1-68AD-283FA27D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949-1ADE-346D-7CF9-2F315B4E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51D71-0F18-77AC-2ADB-9323C853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7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50ED06-8099-D32C-18D1-11F78E13D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22D1C-39E6-E26D-64F9-58AB52387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BC162-6374-EA6C-A47A-47C70E9F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C23C2-E47A-B602-C658-D4F29252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55824-36F3-F4F4-65A2-5DC83C4C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0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8CF007-2CA6-FB9F-40D2-B6C1B4426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00123-69A0-04A3-9CA0-4481FCEEA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6D432-4CBF-A7F1-9655-642B64362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08E40-B576-BA8B-0E5D-244D22446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A317D-74EF-DFA1-6E95-15380DA43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53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315406-1B7A-5D32-9013-1AFC93054B00}"/>
              </a:ext>
            </a:extLst>
          </p:cNvPr>
          <p:cNvSpPr>
            <a:spLocks/>
          </p:cNvSpPr>
          <p:nvPr/>
        </p:nvSpPr>
        <p:spPr>
          <a:xfrm>
            <a:off x="0" y="0"/>
            <a:ext cx="12188952" cy="6858000"/>
          </a:xfrm>
          <a:prstGeom prst="roundRect">
            <a:avLst>
              <a:gd name="adj" fmla="val 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34526E-A8DF-9A93-5734-D11FDC18849E}"/>
              </a:ext>
            </a:extLst>
          </p:cNvPr>
          <p:cNvGrpSpPr/>
          <p:nvPr/>
        </p:nvGrpSpPr>
        <p:grpSpPr>
          <a:xfrm>
            <a:off x="293418" y="267712"/>
            <a:ext cx="5605272" cy="2569464"/>
            <a:chOff x="3588774" y="535856"/>
            <a:chExt cx="3333136" cy="190745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5A2B983-9CE6-28B8-246F-BFE620D4624E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F6083AA-D50B-692B-507B-101DF55144A2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156F2C-2D56-07DF-3C97-BA039F258CC9}"/>
              </a:ext>
            </a:extLst>
          </p:cNvPr>
          <p:cNvGrpSpPr/>
          <p:nvPr/>
        </p:nvGrpSpPr>
        <p:grpSpPr>
          <a:xfrm>
            <a:off x="10173510" y="267712"/>
            <a:ext cx="1819656" cy="2487168"/>
            <a:chOff x="3588774" y="535856"/>
            <a:chExt cx="3333136" cy="1907459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CC9CFA6-7431-4557-803F-58980986E165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8B849B9-9477-0D17-7635-48D0BCC500EA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327FFFF-4B20-345F-D984-763B55537BEF}"/>
              </a:ext>
            </a:extLst>
          </p:cNvPr>
          <p:cNvGrpSpPr/>
          <p:nvPr/>
        </p:nvGrpSpPr>
        <p:grpSpPr>
          <a:xfrm>
            <a:off x="6094476" y="267712"/>
            <a:ext cx="1819656" cy="2487168"/>
            <a:chOff x="3588774" y="535856"/>
            <a:chExt cx="3333136" cy="1907459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74A5EC6-BC71-B425-23B3-5DC09C160627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A869549-1462-3373-F3FE-4D91CCBDA092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8148F19-E326-F2FB-CBA2-D41CD0ACBC55}"/>
              </a:ext>
            </a:extLst>
          </p:cNvPr>
          <p:cNvGrpSpPr/>
          <p:nvPr/>
        </p:nvGrpSpPr>
        <p:grpSpPr>
          <a:xfrm>
            <a:off x="8133993" y="267712"/>
            <a:ext cx="1819656" cy="2487168"/>
            <a:chOff x="3588774" y="535856"/>
            <a:chExt cx="3333136" cy="190745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65A00BE-9219-D0CC-4611-2C2F828712D1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E8712E1-0412-9A5B-2692-0FE70C0602F9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6FF544-7DF4-3787-7EBE-8F565F34CBD8}"/>
              </a:ext>
            </a:extLst>
          </p:cNvPr>
          <p:cNvGrpSpPr/>
          <p:nvPr/>
        </p:nvGrpSpPr>
        <p:grpSpPr>
          <a:xfrm>
            <a:off x="6094476" y="2999342"/>
            <a:ext cx="5925312" cy="3648456"/>
            <a:chOff x="3588774" y="535856"/>
            <a:chExt cx="3333136" cy="1907459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6A93E98D-2FB7-5C31-2B8D-48EBD0C8D658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7488746-790F-EEA4-57EB-B4992194B1F3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6BDF2B1-077E-07DB-AA17-42ECBBA655C0}"/>
              </a:ext>
            </a:extLst>
          </p:cNvPr>
          <p:cNvGrpSpPr/>
          <p:nvPr/>
        </p:nvGrpSpPr>
        <p:grpSpPr>
          <a:xfrm>
            <a:off x="293418" y="2999342"/>
            <a:ext cx="5605272" cy="3648456"/>
            <a:chOff x="3588774" y="535856"/>
            <a:chExt cx="3333136" cy="2708456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81D10670-5FB5-BE31-E28E-999DF8170BBA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10122A1-B6DD-54A8-C16A-F76D4932B719}"/>
                </a:ext>
              </a:extLst>
            </p:cNvPr>
            <p:cNvSpPr/>
            <p:nvPr/>
          </p:nvSpPr>
          <p:spPr>
            <a:xfrm>
              <a:off x="3588774" y="535856"/>
              <a:ext cx="3333136" cy="2708456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9348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Shaikh Ayesha</dc:creator>
  <cp:lastModifiedBy>Shaikh Samad</cp:lastModifiedBy>
  <cp:revision>1</cp:revision>
  <dcterms:created xsi:type="dcterms:W3CDTF">2026-02-16T05:10:52Z</dcterms:created>
  <dcterms:modified xsi:type="dcterms:W3CDTF">2026-02-16T07:37:08Z</dcterms:modified>
</cp:coreProperties>
</file>