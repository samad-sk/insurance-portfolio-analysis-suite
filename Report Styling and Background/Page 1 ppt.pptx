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7"/>
    <a:srgbClr val="EDE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E03F97-C925-4AA0-9D13-E4F77D970CED}" v="30" dt="2026-02-16T07:19:18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kh Samad" userId="3e0431a1bf750522" providerId="LiveId" clId="{5F0358DF-2A9E-43F1-A011-27806F156263}"/>
    <pc:docChg chg="undo custSel modSld">
      <pc:chgData name="Shaikh Samad" userId="3e0431a1bf750522" providerId="LiveId" clId="{5F0358DF-2A9E-43F1-A011-27806F156263}" dt="2026-02-16T07:19:18.987" v="81" actId="14100"/>
      <pc:docMkLst>
        <pc:docMk/>
      </pc:docMkLst>
      <pc:sldChg chg="addSp delSp modSp mod">
        <pc:chgData name="Shaikh Samad" userId="3e0431a1bf750522" providerId="LiveId" clId="{5F0358DF-2A9E-43F1-A011-27806F156263}" dt="2026-02-16T07:19:18.987" v="81" actId="14100"/>
        <pc:sldMkLst>
          <pc:docMk/>
          <pc:sldMk cId="2459348404" sldId="256"/>
        </pc:sldMkLst>
        <pc:spChg chg="mod">
          <ac:chgData name="Shaikh Samad" userId="3e0431a1bf750522" providerId="LiveId" clId="{5F0358DF-2A9E-43F1-A011-27806F156263}" dt="2026-02-16T06:56:13.440" v="10"/>
          <ac:spMkLst>
            <pc:docMk/>
            <pc:sldMk cId="2459348404" sldId="256"/>
            <ac:spMk id="3" creationId="{39A9890E-925A-3787-E89F-8DB3A7293824}"/>
          </ac:spMkLst>
        </pc:spChg>
        <pc:spChg chg="mod">
          <ac:chgData name="Shaikh Samad" userId="3e0431a1bf750522" providerId="LiveId" clId="{5F0358DF-2A9E-43F1-A011-27806F156263}" dt="2026-02-16T07:10:09.149" v="59" actId="164"/>
          <ac:spMkLst>
            <pc:docMk/>
            <pc:sldMk cId="2459348404" sldId="256"/>
            <ac:spMk id="4" creationId="{92315406-1B7A-5D32-9013-1AFC93054B00}"/>
          </ac:spMkLst>
        </pc:spChg>
        <pc:spChg chg="mod">
          <ac:chgData name="Shaikh Samad" userId="3e0431a1bf750522" providerId="LiveId" clId="{5F0358DF-2A9E-43F1-A011-27806F156263}" dt="2026-02-16T07:17:17.536" v="68" actId="108"/>
          <ac:spMkLst>
            <pc:docMk/>
            <pc:sldMk cId="2459348404" sldId="256"/>
            <ac:spMk id="5" creationId="{3F6083AA-D50B-692B-507B-101DF55144A2}"/>
          </ac:spMkLst>
        </pc:spChg>
        <pc:spChg chg="mod">
          <ac:chgData name="Shaikh Samad" userId="3e0431a1bf750522" providerId="LiveId" clId="{5F0358DF-2A9E-43F1-A011-27806F156263}" dt="2026-02-16T07:17:17.536" v="68" actId="108"/>
          <ac:spMkLst>
            <pc:docMk/>
            <pc:sldMk cId="2459348404" sldId="256"/>
            <ac:spMk id="6" creationId="{35A2B983-9CE6-28B8-246F-BFE620D4624E}"/>
          </ac:spMkLst>
        </pc:spChg>
        <pc:spChg chg="mod">
          <ac:chgData name="Shaikh Samad" userId="3e0431a1bf750522" providerId="LiveId" clId="{5F0358DF-2A9E-43F1-A011-27806F156263}" dt="2026-02-16T07:16:00.915" v="61" actId="14100"/>
          <ac:spMkLst>
            <pc:docMk/>
            <pc:sldMk cId="2459348404" sldId="256"/>
            <ac:spMk id="8" creationId="{92246F95-FF9A-40C1-192F-1BCCB30AD6AA}"/>
          </ac:spMkLst>
        </pc:spChg>
        <pc:spChg chg="mod">
          <ac:chgData name="Shaikh Samad" userId="3e0431a1bf750522" providerId="LiveId" clId="{5F0358DF-2A9E-43F1-A011-27806F156263}" dt="2026-02-16T07:15:53.690" v="60" actId="165"/>
          <ac:spMkLst>
            <pc:docMk/>
            <pc:sldMk cId="2459348404" sldId="256"/>
            <ac:spMk id="10" creationId="{F62CE8D7-41A7-5D36-02A8-7FB36A6260F1}"/>
          </ac:spMkLst>
        </pc:spChg>
        <pc:spChg chg="mod">
          <ac:chgData name="Shaikh Samad" userId="3e0431a1bf750522" providerId="LiveId" clId="{5F0358DF-2A9E-43F1-A011-27806F156263}" dt="2026-02-16T07:18:06.525" v="71" actId="14100"/>
          <ac:spMkLst>
            <pc:docMk/>
            <pc:sldMk cId="2459348404" sldId="256"/>
            <ac:spMk id="11" creationId="{D36ADB47-B07C-AFEC-FE28-114B06463A30}"/>
          </ac:spMkLst>
        </pc:spChg>
        <pc:spChg chg="mod">
          <ac:chgData name="Shaikh Samad" userId="3e0431a1bf750522" providerId="LiveId" clId="{5F0358DF-2A9E-43F1-A011-27806F156263}" dt="2026-02-16T07:17:17.536" v="68" actId="108"/>
          <ac:spMkLst>
            <pc:docMk/>
            <pc:sldMk cId="2459348404" sldId="256"/>
            <ac:spMk id="13" creationId="{246A5807-3A28-2161-6516-D95E1F0A3D82}"/>
          </ac:spMkLst>
        </pc:spChg>
        <pc:spChg chg="mod">
          <ac:chgData name="Shaikh Samad" userId="3e0431a1bf750522" providerId="LiveId" clId="{5F0358DF-2A9E-43F1-A011-27806F156263}" dt="2026-02-16T07:17:52.532" v="70" actId="14100"/>
          <ac:spMkLst>
            <pc:docMk/>
            <pc:sldMk cId="2459348404" sldId="256"/>
            <ac:spMk id="14" creationId="{F1E0FDB9-28E7-0450-0420-50E50BD5CEAF}"/>
          </ac:spMkLst>
        </pc:spChg>
        <pc:spChg chg="mod">
          <ac:chgData name="Shaikh Samad" userId="3e0431a1bf750522" providerId="LiveId" clId="{5F0358DF-2A9E-43F1-A011-27806F156263}" dt="2026-02-16T07:15:53.690" v="60" actId="165"/>
          <ac:spMkLst>
            <pc:docMk/>
            <pc:sldMk cId="2459348404" sldId="256"/>
            <ac:spMk id="16" creationId="{1AD376BB-8E43-A03E-6F8F-240CACC2E720}"/>
          </ac:spMkLst>
        </pc:spChg>
        <pc:spChg chg="mod">
          <ac:chgData name="Shaikh Samad" userId="3e0431a1bf750522" providerId="LiveId" clId="{5F0358DF-2A9E-43F1-A011-27806F156263}" dt="2026-02-16T07:18:16.333" v="72" actId="14100"/>
          <ac:spMkLst>
            <pc:docMk/>
            <pc:sldMk cId="2459348404" sldId="256"/>
            <ac:spMk id="17" creationId="{96876912-1CF1-350D-2958-98E473507503}"/>
          </ac:spMkLst>
        </pc:spChg>
        <pc:spChg chg="mod">
          <ac:chgData name="Shaikh Samad" userId="3e0431a1bf750522" providerId="LiveId" clId="{5F0358DF-2A9E-43F1-A011-27806F156263}" dt="2026-02-16T07:00:45.612" v="35"/>
          <ac:spMkLst>
            <pc:docMk/>
            <pc:sldMk cId="2459348404" sldId="256"/>
            <ac:spMk id="19" creationId="{55B1FCC5-6667-B1B2-1D99-FC2EF3D0CA5E}"/>
          </ac:spMkLst>
        </pc:spChg>
        <pc:spChg chg="mod">
          <ac:chgData name="Shaikh Samad" userId="3e0431a1bf750522" providerId="LiveId" clId="{5F0358DF-2A9E-43F1-A011-27806F156263}" dt="2026-02-16T07:19:08.144" v="80" actId="14100"/>
          <ac:spMkLst>
            <pc:docMk/>
            <pc:sldMk cId="2459348404" sldId="256"/>
            <ac:spMk id="20" creationId="{EB036798-8A44-64FD-5603-A89CC0FF7D25}"/>
          </ac:spMkLst>
        </pc:spChg>
        <pc:spChg chg="mod">
          <ac:chgData name="Shaikh Samad" userId="3e0431a1bf750522" providerId="LiveId" clId="{5F0358DF-2A9E-43F1-A011-27806F156263}" dt="2026-02-16T07:15:53.690" v="60" actId="165"/>
          <ac:spMkLst>
            <pc:docMk/>
            <pc:sldMk cId="2459348404" sldId="256"/>
            <ac:spMk id="22" creationId="{3692D9C4-A9AE-B94C-8C94-D7E2DCAA6180}"/>
          </ac:spMkLst>
        </pc:spChg>
        <pc:spChg chg="mod">
          <ac:chgData name="Shaikh Samad" userId="3e0431a1bf750522" providerId="LiveId" clId="{5F0358DF-2A9E-43F1-A011-27806F156263}" dt="2026-02-16T07:19:02.845" v="79" actId="14100"/>
          <ac:spMkLst>
            <pc:docMk/>
            <pc:sldMk cId="2459348404" sldId="256"/>
            <ac:spMk id="23" creationId="{C098AB46-59CB-3074-4FA9-11F8E51A499E}"/>
          </ac:spMkLst>
        </pc:spChg>
        <pc:spChg chg="mod">
          <ac:chgData name="Shaikh Samad" userId="3e0431a1bf750522" providerId="LiveId" clId="{5F0358DF-2A9E-43F1-A011-27806F156263}" dt="2026-02-16T07:15:53.690" v="60" actId="165"/>
          <ac:spMkLst>
            <pc:docMk/>
            <pc:sldMk cId="2459348404" sldId="256"/>
            <ac:spMk id="25" creationId="{F40CCB5D-9BBE-8E3B-EA91-9C2B233E5C6B}"/>
          </ac:spMkLst>
        </pc:spChg>
        <pc:spChg chg="mod">
          <ac:chgData name="Shaikh Samad" userId="3e0431a1bf750522" providerId="LiveId" clId="{5F0358DF-2A9E-43F1-A011-27806F156263}" dt="2026-02-16T07:19:18.987" v="81" actId="14100"/>
          <ac:spMkLst>
            <pc:docMk/>
            <pc:sldMk cId="2459348404" sldId="256"/>
            <ac:spMk id="26" creationId="{CED809A4-6E03-CAB2-3A5B-8202861A0B9D}"/>
          </ac:spMkLst>
        </pc:s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2" creationId="{A88F31AA-1445-C670-A9E2-CD55BA1F4068}"/>
          </ac:grpSpMkLst>
        </pc:grpChg>
        <pc:grpChg chg="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7" creationId="{8834526E-A8DF-9A93-5734-D11FDC18849E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9" creationId="{DE579B7A-3667-E67E-1310-A7EA4E4F53D3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12" creationId="{AE6655B2-4F6E-40E3-0BC4-71EFA2BC1CB0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15" creationId="{476C330F-0AF7-1303-4934-EFAF697A5894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18" creationId="{D5CF391D-E2C6-83CA-C885-E3D9D65DA84D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21" creationId="{3AA245EF-2588-7644-024D-5CA111A93FFE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24" creationId="{5FFE216A-D128-6844-A494-34BD43DCAA37}"/>
          </ac:grpSpMkLst>
        </pc:grpChg>
        <pc:grpChg chg="add mod">
          <ac:chgData name="Shaikh Samad" userId="3e0431a1bf750522" providerId="LiveId" clId="{5F0358DF-2A9E-43F1-A011-27806F156263}" dt="2026-02-16T07:10:09.149" v="59" actId="164"/>
          <ac:grpSpMkLst>
            <pc:docMk/>
            <pc:sldMk cId="2459348404" sldId="256"/>
            <ac:grpSpMk id="27" creationId="{DD23E1D1-6638-2DD5-15BF-24E963842F0D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90C15-A85A-484C-8A4E-B1E2C2F2000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6A039-4E3F-4E95-829E-AA906450DD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011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6A039-4E3F-4E95-829E-AA906450DD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86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0574-CEE7-1BFE-49CF-FECF58F920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FABF77-9A7D-6EDA-18E6-005DE35A5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CB9EC-8B94-9BEF-A044-8EC8BFCBB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FCC8-0973-B9BB-3999-9A36572B8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18629-5620-C04A-70C7-9ACF4E30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142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A0A7E-91D7-DFAC-CDCF-63BBF5AEE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EAC877-BF59-8293-83C5-73A68214D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4FB6B-0922-FAC2-9F95-79898280F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E8305-531C-25FB-B226-D5E5DA9DC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989B8-007F-8E39-DAB3-8D9142289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9808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A8B97-4DB1-B9A2-FACE-4E45BE544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6716-0F19-1CFB-4C3D-33B6A6371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87622-3EA0-E445-D2BC-B1C6EB080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8C154-BC85-C4B5-358D-A5883248E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8CAC9-5FF2-7BF7-DBC9-7B8791B12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076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1432-C07F-5902-65FE-1A04566CB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F2847-EDDB-A0FE-B621-5B64AA4C4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31169-F29C-F87C-D96C-8FAD70233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E9CC42-0694-EBF4-8096-BCF7E3FA2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F06D17-0469-0583-22F4-4603C134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61C02-68A0-BA16-9113-BED0849B5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714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9EFE-3088-14F1-2C92-4AA1E35C9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65C30-6C4E-7B64-7D53-B35A1C377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84832-1433-AB0F-561B-3FC5509DB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99E1E-5EB9-E4FA-9795-31D97459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BE36D8-09E2-6C73-A905-5FF49D85B7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3E48EA-A284-71C8-15F8-639C6F97C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43AD8A-DD1C-B2CB-50FF-F34254DF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71399F-0EB8-EB90-3C26-C35A3A8C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75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6048-652D-9761-CBD8-20F3DD07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E2F1B0-49FF-73C2-78B8-3973FEEB4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434349-8C3D-4B09-639D-08800EDD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461C2-05AE-228A-059C-4881D0FF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37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685584-D5B0-1930-55F9-D2575724D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401E3C-2233-163E-0E17-199A2E695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3FE25-5D36-9173-A895-1217FA476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286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D2544-C2D7-8B11-867C-5E523DFFE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1AD8C-0A69-626F-4D63-2DC0DBA61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2259B-5A23-78B6-9E8B-525247F22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BB57E0-1E8B-17DF-980F-FE386097F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93D0C5-CCFD-8473-D687-AC85A294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56644-6DF1-1214-353A-BF2D4824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058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A9449-57EC-64BA-0E2E-8C4C8863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C79F9-A055-5786-8EF7-6FB6BF1A0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50642-1753-A79C-362B-B2F89CDA37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CB9B6-D0C1-2C14-F205-C14A13F8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0A4719-F40C-B886-7662-C3C0A8F3E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301D9-92EB-E668-E8C3-1A6E2C58B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144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BD16-6BCE-1FD4-9182-39B2921E9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6D1943-2E49-61CA-CF9E-BE3A49644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6486-9D34-0FD1-68AD-283FA27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949-1ADE-346D-7CF9-2F315B4EC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51D71-0F18-77AC-2ADB-9323C85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87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0ED06-8099-D32C-18D1-11F78E13DA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F22D1C-39E6-E26D-64F9-58AB52387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BC162-6374-EA6C-A47A-47C70E9F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C23C2-E47A-B602-C658-D4F292520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55824-36F3-F4F4-65A2-5DC83C4C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03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CF007-2CA6-FB9F-40D2-B6C1B4426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00123-69A0-04A3-9CA0-4481FCEEA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6D432-4CBF-A7F1-9655-642B64362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EF822-7E57-4980-AEC0-424A2D8B408B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08E40-B576-BA8B-0E5D-244D22446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A317D-74EF-DFA1-6E95-15380DA43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9A246C-C9F6-4C5C-B870-5F9351FE31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5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2315406-1B7A-5D32-9013-1AFC93054B00}"/>
              </a:ext>
            </a:extLst>
          </p:cNvPr>
          <p:cNvSpPr>
            <a:spLocks/>
          </p:cNvSpPr>
          <p:nvPr/>
        </p:nvSpPr>
        <p:spPr>
          <a:xfrm>
            <a:off x="0" y="0"/>
            <a:ext cx="12188952" cy="6858000"/>
          </a:xfrm>
          <a:prstGeom prst="roundRect">
            <a:avLst>
              <a:gd name="adj" fmla="val 0"/>
            </a:avLst>
          </a:prstGeom>
          <a:solidFill>
            <a:srgbClr val="F3F4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834526E-A8DF-9A93-5734-D11FDC18849E}"/>
              </a:ext>
            </a:extLst>
          </p:cNvPr>
          <p:cNvGrpSpPr/>
          <p:nvPr/>
        </p:nvGrpSpPr>
        <p:grpSpPr>
          <a:xfrm>
            <a:off x="345197" y="267712"/>
            <a:ext cx="3273552" cy="1655064"/>
            <a:chOff x="3588774" y="535856"/>
            <a:chExt cx="3333136" cy="190745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5A2B983-9CE6-28B8-246F-BFE620D4624E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F6083AA-D50B-692B-507B-101DF55144A2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1032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88F31AA-1445-C670-A9E2-CD55BA1F4068}"/>
              </a:ext>
            </a:extLst>
          </p:cNvPr>
          <p:cNvGrpSpPr/>
          <p:nvPr/>
        </p:nvGrpSpPr>
        <p:grpSpPr>
          <a:xfrm>
            <a:off x="317765" y="2072384"/>
            <a:ext cx="6601968" cy="4636008"/>
            <a:chOff x="3588774" y="535856"/>
            <a:chExt cx="3333136" cy="1907459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9A9890E-925A-3787-E89F-8DB3A7293824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2246F95-FF9A-40C1-192F-1BCCB30AD6AA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5396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E579B7A-3667-E67E-1310-A7EA4E4F53D3}"/>
              </a:ext>
            </a:extLst>
          </p:cNvPr>
          <p:cNvGrpSpPr/>
          <p:nvPr/>
        </p:nvGrpSpPr>
        <p:grpSpPr>
          <a:xfrm>
            <a:off x="7108322" y="267712"/>
            <a:ext cx="2459736" cy="1655064"/>
            <a:chOff x="3588774" y="535856"/>
            <a:chExt cx="3333136" cy="1907459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F62CE8D7-41A7-5D36-02A8-7FB36A6260F1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D36ADB47-B07C-AFEC-FE28-114B06463A30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6953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6655B2-4F6E-40E3-0BC4-71EFA2BC1CB0}"/>
              </a:ext>
            </a:extLst>
          </p:cNvPr>
          <p:cNvGrpSpPr/>
          <p:nvPr/>
        </p:nvGrpSpPr>
        <p:grpSpPr>
          <a:xfrm>
            <a:off x="3963946" y="267712"/>
            <a:ext cx="3035808" cy="1655064"/>
            <a:chOff x="3588774" y="535856"/>
            <a:chExt cx="3333136" cy="190745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46A5807-3A28-2161-6516-D95E1F0A3D82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F1E0FDB9-28E7-0450-0420-50E50BD5CEAF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9381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6C330F-0AF7-1303-4934-EFAF697A5894}"/>
              </a:ext>
            </a:extLst>
          </p:cNvPr>
          <p:cNvGrpSpPr/>
          <p:nvPr/>
        </p:nvGrpSpPr>
        <p:grpSpPr>
          <a:xfrm>
            <a:off x="9785977" y="267712"/>
            <a:ext cx="2221992" cy="1655064"/>
            <a:chOff x="3588774" y="535856"/>
            <a:chExt cx="3333136" cy="1907459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1AD376BB-8E43-A03E-6F8F-240CACC2E720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6876912-1CF1-350D-2958-98E473507503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4524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CF391D-E2C6-83CA-C885-E3D9D65DA84D}"/>
              </a:ext>
            </a:extLst>
          </p:cNvPr>
          <p:cNvGrpSpPr/>
          <p:nvPr/>
        </p:nvGrpSpPr>
        <p:grpSpPr>
          <a:xfrm>
            <a:off x="9785977" y="2072384"/>
            <a:ext cx="2221992" cy="2002536"/>
            <a:chOff x="3588774" y="535856"/>
            <a:chExt cx="3333136" cy="1907459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5B1FCC5-6667-B1B2-1D99-FC2EF3D0CA5E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EB036798-8A44-64FD-5603-A89CC0FF7D25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8639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AA245EF-2588-7644-024D-5CA111A93FFE}"/>
              </a:ext>
            </a:extLst>
          </p:cNvPr>
          <p:cNvGrpSpPr/>
          <p:nvPr/>
        </p:nvGrpSpPr>
        <p:grpSpPr>
          <a:xfrm>
            <a:off x="7145258" y="2072384"/>
            <a:ext cx="2459736" cy="2002536"/>
            <a:chOff x="3588774" y="535856"/>
            <a:chExt cx="3333136" cy="1907459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692D9C4-A9AE-B94C-8C94-D7E2DCAA6180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C098AB46-59CB-3074-4FA9-11F8E51A499E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8638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FFE216A-D128-6844-A494-34BD43DCAA37}"/>
              </a:ext>
            </a:extLst>
          </p:cNvPr>
          <p:cNvGrpSpPr/>
          <p:nvPr/>
        </p:nvGrpSpPr>
        <p:grpSpPr>
          <a:xfrm>
            <a:off x="7145258" y="4273168"/>
            <a:ext cx="4919472" cy="2386584"/>
            <a:chOff x="3588774" y="535856"/>
            <a:chExt cx="3333136" cy="190745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40CCB5D-9BBE-8E3B-EA91-9C2B233E5C6B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127000" dist="1270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CED809A4-6E03-CAB2-3A5B-8202861A0B9D}"/>
                </a:ext>
              </a:extLst>
            </p:cNvPr>
            <p:cNvSpPr/>
            <p:nvPr/>
          </p:nvSpPr>
          <p:spPr>
            <a:xfrm>
              <a:off x="3588774" y="535856"/>
              <a:ext cx="3333136" cy="1907459"/>
            </a:xfrm>
            <a:prstGeom prst="roundRect">
              <a:avLst>
                <a:gd name="adj" fmla="val 4878"/>
              </a:avLst>
            </a:prstGeom>
            <a:gradFill>
              <a:gsLst>
                <a:gs pos="100000">
                  <a:schemeClr val="bg1"/>
                </a:gs>
                <a:gs pos="0">
                  <a:srgbClr val="EDEEF3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gradFill>
                  <a:gsLst>
                    <a:gs pos="51730">
                      <a:srgbClr val="C2D1EB"/>
                    </a:gs>
                    <a:gs pos="59000">
                      <a:srgbClr val="BCCDE9"/>
                    </a:gs>
                    <a:gs pos="43000">
                      <a:schemeClr val="accent1">
                        <a:lumMod val="5000"/>
                        <a:lumOff val="95000"/>
                      </a:schemeClr>
                    </a:gs>
                    <a:gs pos="66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9348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Shaikh Ayesha</dc:creator>
  <cp:revision>1</cp:revision>
  <dcterms:created xsi:type="dcterms:W3CDTF">2026-02-16T05:10:52Z</dcterms:created>
  <dcterms:modified xsi:type="dcterms:W3CDTF">2026-02-16T07:19:39Z</dcterms:modified>
</cp:coreProperties>
</file>